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EAFF57-34C4-4BB8-A390-63D831F65E78}" v="360" dt="2023-09-25T14:44:46.228"/>
    <p1510:client id="{A125CC84-2E70-4F59-BB04-F63BF8487844}" v="242" dt="2023-09-26T16:08:30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26/09/2023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26/09/2023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26/09/2023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26/09/2023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26/09/2023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26/09/2023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26/09/2023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wgrounds.com/art/view/travyboy1/cartoon-knight" TargetMode="External"/><Relationship Id="rId7" Type="http://schemas.openxmlformats.org/officeDocument/2006/relationships/hyperlink" Target="http://odin-valhallarpg.blogspot.com/2013_11_01_archive.html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hyperlink" Target="https://www.pngall.com/wizard-png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iantart.com/cesargarcia/art/Mazmorra-2010-260063937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isneycomputerwallpaper.blogspot.com/2017/01/enchanted-wallpaper.html" TargetMode="Externa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laordendemayrit.blogspot.com/2015/12/torneo-caballero-vs-dragon.html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s-ES" sz="7200">
                <a:solidFill>
                  <a:schemeClr val="bg1"/>
                </a:solidFill>
                <a:ea typeface="Calibri Light"/>
                <a:cs typeface="Calibri Light"/>
              </a:rPr>
              <a:t>FANTASY QUEST</a:t>
            </a:r>
            <a:endParaRPr lang="es-ES" sz="720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s-ES">
                <a:solidFill>
                  <a:schemeClr val="bg1"/>
                </a:solidFill>
                <a:ea typeface="Calibri"/>
                <a:cs typeface="Calibri"/>
              </a:rPr>
              <a:t>Lucía Camiña y Jorge Ovejas</a:t>
            </a:r>
            <a:endParaRPr lang="es-E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D707E-9757-ABD5-2551-53DB1AC0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Calibri Light"/>
                <a:cs typeface="Calibri Light"/>
              </a:rPr>
              <a:t>Personajes</a:t>
            </a:r>
            <a:r>
              <a:rPr lang="en-US" dirty="0">
                <a:ea typeface="Calibri Light"/>
                <a:cs typeface="Calibri Light"/>
              </a:rPr>
              <a:t>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C687F-44C7-44EF-D6C1-48C92C315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Caballero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Calibri"/>
                <a:cs typeface="Calibri"/>
              </a:rPr>
              <a:t>Mago</a:t>
            </a:r>
          </a:p>
          <a:p>
            <a:r>
              <a:rPr lang="en-US" dirty="0" err="1">
                <a:ea typeface="Calibri"/>
                <a:cs typeface="Calibri"/>
              </a:rPr>
              <a:t>Elfo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B153B3-697A-B0BF-218C-96324E1E1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48087" y="673894"/>
            <a:ext cx="3505199" cy="25812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8AE965-7267-7248-420C-817996FE566E}"/>
              </a:ext>
            </a:extLst>
          </p:cNvPr>
          <p:cNvSpPr txBox="1"/>
          <p:nvPr/>
        </p:nvSpPr>
        <p:spPr>
          <a:xfrm>
            <a:off x="4724400" y="4219576"/>
            <a:ext cx="2386013" cy="5556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6E9D10-0EC2-BF18-1081-675BC49CD4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605837" y="870322"/>
            <a:ext cx="2528888" cy="2640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A48470-F7B8-4AA0-375E-103A402E98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919787" y="3776663"/>
            <a:ext cx="2602706" cy="280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22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3F59054-3394-4D87-8BD0-A28DCD47F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CF64E6-AEF8-2FB7-5CCA-F199792FC2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477"/>
          <a:stretch/>
        </p:blipFill>
        <p:spPr>
          <a:xfrm>
            <a:off x="7381653" y="10"/>
            <a:ext cx="4810347" cy="6857990"/>
          </a:xfrm>
          <a:custGeom>
            <a:avLst/>
            <a:gdLst/>
            <a:ahLst/>
            <a:cxnLst/>
            <a:rect l="l" t="t" r="r" b="b"/>
            <a:pathLst>
              <a:path w="4817171" h="6858000">
                <a:moveTo>
                  <a:pt x="22751" y="0"/>
                </a:moveTo>
                <a:lnTo>
                  <a:pt x="4817171" y="0"/>
                </a:lnTo>
                <a:lnTo>
                  <a:pt x="4817171" y="6858000"/>
                </a:lnTo>
                <a:lnTo>
                  <a:pt x="0" y="6858000"/>
                </a:lnTo>
                <a:lnTo>
                  <a:pt x="6679" y="6845555"/>
                </a:lnTo>
                <a:cubicBezTo>
                  <a:pt x="496584" y="5886487"/>
                  <a:pt x="786702" y="4695963"/>
                  <a:pt x="786702" y="3406233"/>
                </a:cubicBezTo>
                <a:cubicBezTo>
                  <a:pt x="786702" y="2215714"/>
                  <a:pt x="539501" y="1109724"/>
                  <a:pt x="116147" y="192283"/>
                </a:cubicBezTo>
                <a:close/>
              </a:path>
            </a:pathLst>
          </a:custGeom>
        </p:spPr>
      </p:pic>
      <p:pic>
        <p:nvPicPr>
          <p:cNvPr id="7" name="Picture 6" descr="Fotos gratis : paisaje, naturaleza, cielo, lago, ver, pico, cordillera ...">
            <a:extLst>
              <a:ext uri="{FF2B5EF4-FFF2-40B4-BE49-F238E27FC236}">
                <a16:creationId xmlns:a16="http://schemas.microsoft.com/office/drawing/2014/main" id="{AFE22B2E-E839-C80D-0223-F59A951667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89" r="1" b="1"/>
          <a:stretch/>
        </p:blipFill>
        <p:spPr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BA936D-14D0-8F67-89F0-6B5478E20D8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3240" r="15309" b="-1"/>
          <a:stretch/>
        </p:blipFill>
        <p:spPr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2FE0ABA9-CAF1-4816-837D-5F28AAA08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BC8B9C14-70F0-4F42-85FF-0DD3D5A58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DAB0-1491-BC2D-009D-12B96E5BF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2807208" cy="1325563"/>
          </a:xfrm>
        </p:spPr>
        <p:txBody>
          <a:bodyPr>
            <a:normAutofit/>
          </a:bodyPr>
          <a:lstStyle/>
          <a:p>
            <a:r>
              <a:rPr lang="en-US" sz="2800">
                <a:ea typeface="Calibri Light"/>
                <a:cs typeface="Calibri Light"/>
              </a:rPr>
              <a:t>Escenarios</a:t>
            </a:r>
            <a:endParaRPr lang="en-US" sz="2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685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A2920-E623-46AF-CE2A-62AFF09E0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258568"/>
            <a:ext cx="2807208" cy="39227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>
                <a:ea typeface="Calibri"/>
                <a:cs typeface="Calibri"/>
              </a:rPr>
              <a:t>Bosque </a:t>
            </a:r>
            <a:r>
              <a:rPr lang="en-US" sz="1700" dirty="0" err="1">
                <a:ea typeface="Calibri"/>
                <a:cs typeface="Calibri"/>
              </a:rPr>
              <a:t>encantado</a:t>
            </a:r>
          </a:p>
          <a:p>
            <a:r>
              <a:rPr lang="en-US" sz="1700" dirty="0">
                <a:ea typeface="Calibri"/>
                <a:cs typeface="Calibri"/>
              </a:rPr>
              <a:t>Montaña</a:t>
            </a:r>
          </a:p>
          <a:p>
            <a:r>
              <a:rPr lang="en-US" sz="1700" dirty="0" err="1">
                <a:ea typeface="Calibri"/>
                <a:cs typeface="Calibri"/>
              </a:rPr>
              <a:t>Mazmorra</a:t>
            </a:r>
          </a:p>
          <a:p>
            <a:r>
              <a:rPr lang="en-US" sz="1700" dirty="0" err="1">
                <a:ea typeface="Calibri"/>
                <a:cs typeface="Calibri"/>
              </a:rPr>
              <a:t>Estos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estarán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marcados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por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diferentes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elementos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interactivos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dependiendo</a:t>
            </a:r>
            <a:r>
              <a:rPr lang="en-US" sz="1700" dirty="0">
                <a:ea typeface="Calibri"/>
                <a:cs typeface="Calibri"/>
              </a:rPr>
              <a:t> del </a:t>
            </a:r>
            <a:r>
              <a:rPr lang="en-US" sz="1700" dirty="0" err="1">
                <a:ea typeface="Calibri"/>
                <a:cs typeface="Calibri"/>
              </a:rPr>
              <a:t>escenario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en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el</a:t>
            </a:r>
            <a:r>
              <a:rPr lang="en-US" sz="1700" dirty="0">
                <a:ea typeface="Calibri"/>
                <a:cs typeface="Calibri"/>
              </a:rPr>
              <a:t> que </a:t>
            </a:r>
            <a:r>
              <a:rPr lang="en-US" sz="1700" dirty="0" err="1">
                <a:ea typeface="Calibri"/>
                <a:cs typeface="Calibri"/>
              </a:rPr>
              <a:t>nos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encontremos</a:t>
            </a:r>
            <a:r>
              <a:rPr lang="en-US" sz="1700" dirty="0">
                <a:ea typeface="Calibri"/>
                <a:cs typeface="Calibri"/>
              </a:rPr>
              <a:t>; </a:t>
            </a:r>
            <a:r>
              <a:rPr lang="en-US" sz="1700" dirty="0" err="1">
                <a:ea typeface="Calibri"/>
                <a:cs typeface="Calibri"/>
              </a:rPr>
              <a:t>así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como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cofres</a:t>
            </a:r>
            <a:r>
              <a:rPr lang="en-US" sz="1700" dirty="0">
                <a:ea typeface="Calibri"/>
                <a:cs typeface="Calibri"/>
              </a:rPr>
              <a:t>, </a:t>
            </a:r>
            <a:r>
              <a:rPr lang="en-US" sz="1700" dirty="0" err="1">
                <a:ea typeface="Calibri"/>
                <a:cs typeface="Calibri"/>
              </a:rPr>
              <a:t>puertas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secretas</a:t>
            </a:r>
            <a:r>
              <a:rPr lang="en-US" sz="1700" dirty="0">
                <a:ea typeface="Calibri"/>
                <a:cs typeface="Calibri"/>
              </a:rPr>
              <a:t> y </a:t>
            </a:r>
            <a:r>
              <a:rPr lang="en-US" sz="1700" dirty="0" err="1">
                <a:ea typeface="Calibri"/>
                <a:cs typeface="Calibri"/>
              </a:rPr>
              <a:t>trampas</a:t>
            </a:r>
          </a:p>
          <a:p>
            <a:r>
              <a:rPr lang="en-US" sz="1700" dirty="0">
                <a:ea typeface="Calibri"/>
                <a:cs typeface="Calibri"/>
              </a:rPr>
              <a:t>Cada uno de </a:t>
            </a:r>
            <a:r>
              <a:rPr lang="en-US" sz="1700" dirty="0" err="1">
                <a:ea typeface="Calibri"/>
                <a:cs typeface="Calibri"/>
              </a:rPr>
              <a:t>estos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escenarios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tendrá</a:t>
            </a:r>
            <a:r>
              <a:rPr lang="en-US" sz="1700" dirty="0">
                <a:ea typeface="Calibri"/>
                <a:cs typeface="Calibri"/>
              </a:rPr>
              <a:t> que </a:t>
            </a:r>
            <a:r>
              <a:rPr lang="en-US" sz="1700" dirty="0" err="1">
                <a:ea typeface="Calibri"/>
                <a:cs typeface="Calibri"/>
              </a:rPr>
              <a:t>ver</a:t>
            </a:r>
            <a:r>
              <a:rPr lang="en-US" sz="1700" dirty="0">
                <a:ea typeface="Calibri"/>
                <a:cs typeface="Calibri"/>
              </a:rPr>
              <a:t> con un </a:t>
            </a:r>
            <a:r>
              <a:rPr lang="en-US" sz="1700" dirty="0" err="1">
                <a:ea typeface="Calibri"/>
                <a:cs typeface="Calibri"/>
              </a:rPr>
              <a:t>reino</a:t>
            </a:r>
            <a:r>
              <a:rPr lang="en-US" sz="1700" dirty="0">
                <a:ea typeface="Calibri"/>
                <a:cs typeface="Calibri"/>
              </a:rPr>
              <a:t> </a:t>
            </a:r>
            <a:r>
              <a:rPr lang="en-US" sz="1700" dirty="0" err="1">
                <a:ea typeface="Calibri"/>
                <a:cs typeface="Calibri"/>
              </a:rPr>
              <a:t>distinto</a:t>
            </a:r>
          </a:p>
        </p:txBody>
      </p:sp>
    </p:spTree>
    <p:extLst>
      <p:ext uri="{BB962C8B-B14F-4D97-AF65-F5344CB8AC3E}">
        <p14:creationId xmlns:p14="http://schemas.microsoft.com/office/powerpoint/2010/main" val="2744384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BBEE8-DCF5-CD37-1DA6-7BFB0614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Aliados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3095-1193-DED1-3235-55A7637C4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Calibri"/>
                <a:cs typeface="Calibri"/>
              </a:rPr>
              <a:t>Dependiendo del escenario que escojas para el personaje perteneceras a un reino o a otro y los enemigos variaran así como tus aliados</a:t>
            </a:r>
          </a:p>
        </p:txBody>
      </p:sp>
      <p:pic>
        <p:nvPicPr>
          <p:cNvPr id="5" name="Picture 4" descr="Uno entre la multitud">
            <a:extLst>
              <a:ext uri="{FF2B5EF4-FFF2-40B4-BE49-F238E27FC236}">
                <a16:creationId xmlns:a16="http://schemas.microsoft.com/office/drawing/2014/main" id="{2BDC6E3B-E878-1F8E-7D15-F1DDB31717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268" r="12993" b="3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89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41305-C160-AD62-653B-BAD3ACD69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Enemigos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8DB96-E3B7-1E9D-77E8-6C47B780C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ea typeface="Calibri"/>
                <a:cs typeface="Calibri"/>
              </a:rPr>
              <a:t>Goblins</a:t>
            </a:r>
          </a:p>
          <a:p>
            <a:r>
              <a:rPr lang="en-US" sz="2000" dirty="0" err="1">
                <a:ea typeface="Calibri"/>
                <a:cs typeface="Calibri"/>
              </a:rPr>
              <a:t>Esqueletos</a:t>
            </a:r>
          </a:p>
          <a:p>
            <a:r>
              <a:rPr lang="en-US" sz="2000" dirty="0">
                <a:ea typeface="Calibri"/>
                <a:cs typeface="Calibri"/>
              </a:rPr>
              <a:t>Dragones</a:t>
            </a:r>
          </a:p>
          <a:p>
            <a:r>
              <a:rPr lang="en-US" sz="2000" dirty="0">
                <a:ea typeface="Calibri"/>
                <a:cs typeface="Calibri"/>
              </a:rPr>
              <a:t>Zombies</a:t>
            </a:r>
          </a:p>
        </p:txBody>
      </p:sp>
      <p:pic>
        <p:nvPicPr>
          <p:cNvPr id="5" name="Picture 4" descr="Cabeza de iguana">
            <a:extLst>
              <a:ext uri="{FF2B5EF4-FFF2-40B4-BE49-F238E27FC236}">
                <a16:creationId xmlns:a16="http://schemas.microsoft.com/office/drawing/2014/main" id="{D52675CD-DB5F-0038-ACB9-E0D5EF29A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96" r="23591" b="-3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66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1DD4E3-BBB0-B11C-8CB9-458F440E2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ea typeface="Calibri Light"/>
                <a:cs typeface="Calibri Light"/>
              </a:rPr>
              <a:t>Combate</a:t>
            </a:r>
            <a:endParaRPr lang="en-US" sz="5400"/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F2111-5303-13D2-0807-98D30A2A7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Calibri"/>
                <a:cs typeface="Calibri"/>
              </a:rPr>
              <a:t>Combate por turnos y se podrán elegir diferentes acciones de ataque, defensa o habilidades especiales.</a:t>
            </a:r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CD279-FEEE-1727-6F9B-D203EABFFC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596" r="33984"/>
          <a:stretch/>
        </p:blipFill>
        <p:spPr>
          <a:xfrm>
            <a:off x="4883077" y="11917"/>
            <a:ext cx="7057368" cy="6929427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2C3D66-DE1E-84D7-F573-5CAF710589F8}"/>
              </a:ext>
            </a:extLst>
          </p:cNvPr>
          <p:cNvSpPr txBox="1"/>
          <p:nvPr/>
        </p:nvSpPr>
        <p:spPr>
          <a:xfrm>
            <a:off x="9315892" y="6657945"/>
            <a:ext cx="287610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en-US" sz="700">
                <a:solidFill>
                  <a:srgbClr val="FFFFFF"/>
                </a:solidFill>
              </a:rPr>
              <a:t> de Autor desconocido se concede bajo licencia de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88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65C0385-5E30-4D2E-AF9F-4639659D3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Jaque mate en una partida de ajedrez">
            <a:extLst>
              <a:ext uri="{FF2B5EF4-FFF2-40B4-BE49-F238E27FC236}">
                <a16:creationId xmlns:a16="http://schemas.microsoft.com/office/drawing/2014/main" id="{263C6900-3407-9FEB-5649-891B91BB6A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4" r="9498" b="-9"/>
          <a:stretch/>
        </p:blipFill>
        <p:spPr>
          <a:xfrm>
            <a:off x="20" y="1666568"/>
            <a:ext cx="6106195" cy="519143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335820B-3A29-42C5-AA8D-10ECA43CD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AD45B-88D9-2476-7C66-DB966C282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52766"/>
            <a:ext cx="10591999" cy="1023584"/>
          </a:xfrm>
        </p:spPr>
        <p:txBody>
          <a:bodyPr>
            <a:normAutofit/>
          </a:bodyPr>
          <a:lstStyle/>
          <a:p>
            <a:r>
              <a:rPr lang="en-US" sz="4000">
                <a:ea typeface="Calibri Light"/>
                <a:cs typeface="Calibri Light"/>
              </a:rPr>
              <a:t>Final del juego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6B253-290E-5102-EEB1-B99834710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408" y="2249766"/>
            <a:ext cx="4550391" cy="407030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ea typeface="Calibri"/>
                <a:cs typeface="Calibri"/>
              </a:rPr>
              <a:t>Hay dos </a:t>
            </a:r>
            <a:r>
              <a:rPr lang="en-US" sz="2000" dirty="0" err="1">
                <a:ea typeface="Calibri"/>
                <a:cs typeface="Calibri"/>
              </a:rPr>
              <a:t>posibilidades</a:t>
            </a:r>
            <a:r>
              <a:rPr lang="en-US" sz="2000" dirty="0">
                <a:ea typeface="Calibri"/>
                <a:cs typeface="Calibri"/>
              </a:rPr>
              <a:t>, </a:t>
            </a:r>
            <a:r>
              <a:rPr lang="en-US" sz="2000" dirty="0" err="1">
                <a:ea typeface="Calibri"/>
                <a:cs typeface="Calibri"/>
              </a:rPr>
              <a:t>está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el</a:t>
            </a:r>
            <a:r>
              <a:rPr lang="en-US" sz="2000" dirty="0">
                <a:ea typeface="Calibri"/>
                <a:cs typeface="Calibri"/>
              </a:rPr>
              <a:t> final </a:t>
            </a:r>
            <a:r>
              <a:rPr lang="en-US" sz="2000" dirty="0" err="1">
                <a:ea typeface="Calibri"/>
                <a:cs typeface="Calibri"/>
              </a:rPr>
              <a:t>en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el</a:t>
            </a:r>
            <a:r>
              <a:rPr lang="en-US" sz="2000" dirty="0">
                <a:ea typeface="Calibri"/>
                <a:cs typeface="Calibri"/>
              </a:rPr>
              <a:t> que </a:t>
            </a:r>
            <a:r>
              <a:rPr lang="en-US" sz="2000" dirty="0" err="1">
                <a:ea typeface="Calibri"/>
                <a:cs typeface="Calibri"/>
              </a:rPr>
              <a:t>el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héroe</a:t>
            </a:r>
            <a:r>
              <a:rPr lang="en-US" sz="2000" dirty="0">
                <a:ea typeface="Calibri"/>
                <a:cs typeface="Calibri"/>
              </a:rPr>
              <a:t> </a:t>
            </a:r>
            <a:r>
              <a:rPr lang="en-US" sz="2000" dirty="0" err="1">
                <a:ea typeface="Calibri"/>
                <a:cs typeface="Calibri"/>
              </a:rPr>
              <a:t>derrota</a:t>
            </a:r>
            <a:r>
              <a:rPr lang="en-US" sz="2000" dirty="0">
                <a:ea typeface="Calibri"/>
                <a:cs typeface="Calibri"/>
              </a:rPr>
              <a:t> al </a:t>
            </a:r>
            <a:r>
              <a:rPr lang="en-US" sz="2000" dirty="0" err="1">
                <a:ea typeface="Calibri"/>
                <a:cs typeface="Calibri"/>
              </a:rPr>
              <a:t>dragón</a:t>
            </a:r>
            <a:r>
              <a:rPr lang="en-US" sz="2000" dirty="0">
                <a:ea typeface="Calibri"/>
                <a:cs typeface="Calibri"/>
              </a:rPr>
              <a:t> y </a:t>
            </a:r>
            <a:r>
              <a:rPr lang="en-US" sz="2000" dirty="0" err="1">
                <a:ea typeface="Calibri"/>
                <a:cs typeface="Calibri"/>
              </a:rPr>
              <a:t>este</a:t>
            </a:r>
            <a:r>
              <a:rPr lang="en-US" sz="2000" dirty="0">
                <a:ea typeface="Calibri"/>
                <a:cs typeface="Calibri"/>
              </a:rPr>
              <a:t> se </a:t>
            </a:r>
            <a:r>
              <a:rPr lang="en-US" sz="2000" dirty="0" err="1">
                <a:ea typeface="Calibri"/>
                <a:cs typeface="Calibri"/>
              </a:rPr>
              <a:t>convierte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en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el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rey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debido</a:t>
            </a:r>
            <a:r>
              <a:rPr lang="en-US" sz="2000" dirty="0">
                <a:ea typeface="Calibri"/>
                <a:cs typeface="Calibri"/>
              </a:rPr>
              <a:t> a </a:t>
            </a:r>
            <a:r>
              <a:rPr lang="en-US" sz="2000" dirty="0" err="1">
                <a:ea typeface="Calibri"/>
                <a:cs typeface="Calibri"/>
              </a:rPr>
              <a:t>su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azaña</a:t>
            </a:r>
            <a:r>
              <a:rPr lang="en-US" sz="2000" dirty="0">
                <a:ea typeface="Calibri"/>
                <a:cs typeface="Calibri"/>
              </a:rPr>
              <a:t> y </a:t>
            </a:r>
            <a:r>
              <a:rPr lang="en-US" sz="2000" dirty="0" err="1">
                <a:ea typeface="Calibri"/>
                <a:cs typeface="Calibri"/>
              </a:rPr>
              <a:t>está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en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el</a:t>
            </a:r>
            <a:r>
              <a:rPr lang="en-US" sz="2000" dirty="0">
                <a:ea typeface="Calibri"/>
                <a:cs typeface="Calibri"/>
              </a:rPr>
              <a:t> que </a:t>
            </a:r>
            <a:r>
              <a:rPr lang="en-US" sz="2000" dirty="0" err="1">
                <a:ea typeface="Calibri"/>
                <a:cs typeface="Calibri"/>
              </a:rPr>
              <a:t>el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héroe</a:t>
            </a:r>
            <a:r>
              <a:rPr lang="en-US" sz="2000" dirty="0">
                <a:ea typeface="Calibri"/>
                <a:cs typeface="Calibri"/>
              </a:rPr>
              <a:t> es </a:t>
            </a:r>
            <a:r>
              <a:rPr lang="en-US" sz="2000" dirty="0" err="1">
                <a:ea typeface="Calibri"/>
                <a:cs typeface="Calibri"/>
              </a:rPr>
              <a:t>derrotado</a:t>
            </a:r>
            <a:r>
              <a:rPr lang="en-US" sz="2000" dirty="0">
                <a:ea typeface="Calibri"/>
                <a:cs typeface="Calibri"/>
              </a:rPr>
              <a:t> y </a:t>
            </a:r>
            <a:r>
              <a:rPr lang="en-US" sz="2000" dirty="0" err="1">
                <a:ea typeface="Calibri"/>
                <a:cs typeface="Calibri"/>
              </a:rPr>
              <a:t>deja</a:t>
            </a:r>
            <a:r>
              <a:rPr lang="en-US" sz="2000" dirty="0">
                <a:ea typeface="Calibri"/>
                <a:cs typeface="Calibri"/>
              </a:rPr>
              <a:t> al pueblo a </a:t>
            </a:r>
            <a:r>
              <a:rPr lang="en-US" sz="2000" dirty="0" err="1">
                <a:ea typeface="Calibri"/>
                <a:cs typeface="Calibri"/>
              </a:rPr>
              <a:t>merced</a:t>
            </a:r>
            <a:r>
              <a:rPr lang="en-US" sz="2000" dirty="0">
                <a:ea typeface="Calibri"/>
                <a:cs typeface="Calibri"/>
              </a:rPr>
              <a:t> del </a:t>
            </a:r>
            <a:r>
              <a:rPr lang="en-US" sz="2000" dirty="0" err="1">
                <a:ea typeface="Calibri"/>
                <a:cs typeface="Calibri"/>
              </a:rPr>
              <a:t>dragón</a:t>
            </a:r>
            <a:r>
              <a:rPr lang="en-US" sz="2000" dirty="0">
                <a:ea typeface="Calibri"/>
                <a:cs typeface="Calibri"/>
              </a:rPr>
              <a:t> y </a:t>
            </a:r>
            <a:r>
              <a:rPr lang="en-US" sz="2000" dirty="0" err="1">
                <a:ea typeface="Calibri"/>
                <a:cs typeface="Calibri"/>
              </a:rPr>
              <a:t>el</a:t>
            </a:r>
            <a:r>
              <a:rPr lang="en-US" sz="2000" dirty="0">
                <a:ea typeface="Calibri"/>
                <a:cs typeface="Calibri"/>
              </a:rPr>
              <a:t> resto de </a:t>
            </a:r>
            <a:r>
              <a:rPr lang="en-US" sz="2000" dirty="0" err="1">
                <a:ea typeface="Calibri"/>
                <a:cs typeface="Calibri"/>
              </a:rPr>
              <a:t>enemigos</a:t>
            </a:r>
            <a:r>
              <a:rPr lang="en-US" sz="2000" dirty="0">
                <a:ea typeface="Calibri"/>
                <a:cs typeface="Calibri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81771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0242-658C-2F91-C784-5B2599AEA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CD4EAD-2444-5538-B623-8B0DF043C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076" y="354454"/>
            <a:ext cx="8687648" cy="6147480"/>
          </a:xfrm>
        </p:spPr>
      </p:pic>
    </p:spTree>
    <p:extLst>
      <p:ext uri="{BB962C8B-B14F-4D97-AF65-F5344CB8AC3E}">
        <p14:creationId xmlns:p14="http://schemas.microsoft.com/office/powerpoint/2010/main" val="13526023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Tema de Office</vt:lpstr>
      <vt:lpstr>FANTASY QUEST</vt:lpstr>
      <vt:lpstr>Personajes </vt:lpstr>
      <vt:lpstr>Escenarios</vt:lpstr>
      <vt:lpstr>Aliados</vt:lpstr>
      <vt:lpstr>Enemigos</vt:lpstr>
      <vt:lpstr>Combate</vt:lpstr>
      <vt:lpstr>Final del juego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275</cp:revision>
  <dcterms:created xsi:type="dcterms:W3CDTF">2023-09-25T13:49:44Z</dcterms:created>
  <dcterms:modified xsi:type="dcterms:W3CDTF">2023-09-26T16:08:44Z</dcterms:modified>
</cp:coreProperties>
</file>